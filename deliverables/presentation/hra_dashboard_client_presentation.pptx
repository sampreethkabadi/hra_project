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F766E"/>
                </a:solidFill>
                <a:latin typeface="Aptos Display"/>
              </a:defRPr>
            </a:pPr>
            <a:r>
              <a:t>Human Reference Atlas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9509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Aptos"/>
              </a:defRPr>
            </a:pPr>
            <a:r>
              <a:t>Analysis &amp; Recommendations</a:t>
            </a:r>
          </a:p>
          <a:p>
            <a:r>
              <a:t>Prepared from the HRA event and request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377440"/>
            <a:ext cx="1234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Scope and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Source parquet: 2026-01-13_hra-logs.parquet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Behavioral analysis window: August 5, 2025 to January 12, 2026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111,405 human events, 6,663 sessions, 15 app buckets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Behavioral analysis excludes Bot and AI-Assistant / Bot traffic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HRA shows real engagement across RUI, EUI, KG Explorer, CDE, and the Portal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Usage is highly concentrated in a minority of sessions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Spatial search is discoverable but has strong funnel drop-off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RUI opacity is a legitimate expert feature, not a mainstream behavior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CDE download behavior is not directly measurable because downloads are not instrumented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Telemetry quality and uneven caching are the biggest cross-cutting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RQ1: Event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Clicks are the dominant event type: 38,961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Errors are unusually high: 25,811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Median session size is only 3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99th percentile session size is about 195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A small number of heavy sessions drive a disproportionate share of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RQ2: UI Element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Strongest usage appears in RUI registration, EUI results, KG browsing, and CDE setup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2,486 clicked UI paths have fewer than 5 clicks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Several surfaces show heavy hover attention but weak click conversion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This suggests a mix of low-value features and discoverability-to-usability gaps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RQ3: RUI Opacity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206 opacity-related events across 9,430 total RUI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Opacity is about 2.2% of all RUI activity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Most usage is at the anatomical-structure level, not the global settings panel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Conclusion: useful for advanced users, but not a top-volume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RQ4: EUI Spatial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1,016 spatial-search events across 69 sessions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Funnel: 66 opened, 50 configured, 27 continued, 24 reviewed results, 7 applied/reset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The feature appears valuable but difficult to complete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Recommendation: improve the configure-to-continue step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RQ5: CDE Downloads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Users do reach create and visualize stages in CDE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However, no direct histogram or violin download events appear in the logs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This is an instrumentation gap, not proof of no usage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Recommendation: add explicit download events before making product decisions about export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Performance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CDN performs best with 79.03% cache-served requests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KG Explorer page routes perform strongly with 96.83% cache-served requests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CDE page routes are materially better than EUI and RUI page routes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Apps and Portal surfaces show room for meaningful cache and error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Data-Quality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28,087 events have no app attribution and are grouped as Unspecified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25,856 events have no usable UI path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Missing attribution reduces confidence in feature-level rankings and funnel counts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Instrumentation cleanup should be treated as a product and analytics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Fix instrumentation first: app, path, session, and CDE download events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Improve EUI spatial-search completion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Review hover-heavy, low-click surfaces for conversion problems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Preserve RUI opacity as an expert feature without over-prioritizing it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Investigate app-page caching for EUI, RUI, Dashboard, and ASCT+B Reporter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Ship instrumentation fixes and rerun the dashboard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Prioritize UX improvements in EUI spatial search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Add direct tracking for CDE chart downloads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Use the next dashboard refresh to validate which product changes actually improve usage and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Reference Atlas Dashboard - Analysis &amp; Recommendations</dc:title>
  <dc:subject>Client presentation based on the HRA dashboard analysis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